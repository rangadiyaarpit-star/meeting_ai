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 Meeting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Hackathon Pitch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Transform meetings into actionable intelligence using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Manual notes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Missed action items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Time-consuming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Current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Existing tools are fragmented and often paid.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One platform for Audio, Mic and Text → Transcript → AI Notes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Fast • Accurate • Professional • Simple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Students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Companies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HR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Startups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Remote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Growing adoption of AI productivity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Input → STT → Transcript → LLM → Summary →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Frontend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Django Backend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Whisper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LLM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Database/UI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Python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Django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HTML/CSS/JS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Whisper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LLM APIs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SQLite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Meeting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 id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 audio/text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 transcript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 notes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- created_at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Speech to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AI 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Key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Action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Future PDF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UI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Home Screen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Transcript Screen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AI Notes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Combines transcription and structured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Freemium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Pro Plans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Enterprise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Competitor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Our product: unified workflow and customization.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Cloud deployment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API integrations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Team workspaces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Live meetings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Multilingual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Speaker recognition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Upload → Transcript → Generate Notes →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Save hours of manual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We Can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Real problem + AI + usability +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Name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Role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Contact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MVP → Beta → SaaS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016000"/>
            <a:ext cx="787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0000" y="254000"/>
            <a:ext cx="2032000" cy="381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 Powered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